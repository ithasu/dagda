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67"/>
  </p:normalViewPr>
  <p:slideViewPr>
    <p:cSldViewPr snapToGrid="0">
      <p:cViewPr>
        <p:scale>
          <a:sx n="116" d="100"/>
          <a:sy n="116" d="100"/>
        </p:scale>
        <p:origin x="1400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78CEF5-BD58-101A-62F7-F5E62F534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2325A1-4092-0D49-C13E-4B6C99EEF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CF5461-F47D-C595-FF86-86061084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AF3935-6B67-AA51-C110-BB6FCAA8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1F655F-9432-33DD-74AE-04685B01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1550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7953FA-FF0A-5BB0-E1BC-61E15F8AB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A116DF-4EBF-1483-3657-B6B86D879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246D4B-AF27-4ABD-0597-2352325B8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6FD83D-B82C-47C2-FBC8-A086C025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9EF9C1-25E2-071C-12BC-8F4A97E23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188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1D3A1D-8917-9D2A-1888-D4052952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1E1038-6E90-B294-DE1D-4CEE84CA7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7C1DE6-847D-33A0-93CB-27A5D1329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2E2F2E-FDEF-A091-7CDC-617D1A4E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2BD853-A4B5-E74E-3104-8EE9CC66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123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26F2B0-6E30-E921-AEA5-6E1789A3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38CDBC-75E2-B4E7-D73C-82A717E28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18D9EC-4723-F676-F954-1BA2E5D69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9FA1E3-5D9B-3D36-3301-20EFF5AA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B7230D-3EC0-F56E-4444-7D45D7BE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AEA1A3B-9942-FDC1-D1A8-A0AB03EFD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40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7D4D1D-DF79-2F00-1EDD-66CA6011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76AC02-7DC9-53D0-B99E-9569F2CF5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96CA0E-4E96-7DCB-7838-B96CC3FAF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98B47FB-84C0-F69C-1416-32CC08FEC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56D1DE5-D111-72A3-4D5E-33F60E6DE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4CE3BD-46D2-8FD0-4268-FCA9F427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3C94D29-62A8-EAAA-B16D-864FC442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38E0F2A-450F-E541-CD75-20BBEBDA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25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272EC-4677-37F7-6B5F-1C43530B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12C8F52-7B59-86EE-2A37-DAF69B07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328F22-7A39-A9E8-023F-D02CCD9D5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CE7CF11-59FF-AA47-90F3-1595D4201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139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EAB6917-8866-A3BA-A678-ED97DA30E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C40D3C-8B6D-6B9B-29C9-A070E188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302233-3C45-8558-5CC8-CF92B371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5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39F0C5-5F8E-DDF5-6B7A-302F5DD5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62CA1E-8D97-1241-26C8-961D560D3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E633C5-28C5-81AE-41A3-AEE9E8652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A4BCA4-31F9-253D-F853-1B7501E1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2A119E-EEAD-E713-B755-B68E0753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4C45FC-E48B-96F4-8BC0-37F2EF58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4210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696A92-0EC7-01B6-E105-CADA2F74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5991286-E4E4-602B-8166-E08B323F4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CE592B-EB6C-9C60-0CBE-5EF5A354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89BFBC-1297-DB26-E066-C775D8C3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FA3CBD-23AF-F76B-0D84-69316153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1CE644-49CD-6C35-9E53-B62E4A54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832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85AA4E-AF2C-776B-916D-B4CD63FD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AF6E59-1B71-A750-370A-7FEA6A4D5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695058-7FAB-253D-6CC5-6E1741A45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B1BF02-C19D-F2E4-8ADC-704913D5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B60134-462A-EDD5-1BF0-A072916C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655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AB39840-9CBD-B5B1-2AD6-313B2FE4D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78114D-2296-0DB2-F5B0-B7539AA1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A7E10E-59FC-9320-06A4-8F0C52F43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589CD4-2971-53F2-7014-054F7C060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9141B9-D4FD-A131-8A7E-38C8DE1EF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664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D84182-904C-E905-31A2-74EC0C588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E5D9A0-33A1-F89D-CF7B-FAD226F2A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6F1D17-10E5-A415-44D7-D730CDB7E8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E29A9-68D9-B945-80E5-71599BA4C416}" type="datetimeFigureOut">
              <a:rPr lang="fr-FR" smtClean="0"/>
              <a:t>25/07/2026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70FE09-101E-B361-A68B-9CAF7E459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35FA4C-1273-61D6-7405-A62487B8E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C51BF-0D6D-D844-A1D0-181FDE446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93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CEA29DC5-60EF-9ECF-CEB1-37C0EA5B24EB}"/>
              </a:ext>
            </a:extLst>
          </p:cNvPr>
          <p:cNvSpPr/>
          <p:nvPr/>
        </p:nvSpPr>
        <p:spPr>
          <a:xfrm>
            <a:off x="21020" y="6311463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4DD2BDB-F545-A500-CE95-4F41A2A48DB7}"/>
              </a:ext>
            </a:extLst>
          </p:cNvPr>
          <p:cNvSpPr/>
          <p:nvPr/>
        </p:nvSpPr>
        <p:spPr>
          <a:xfrm>
            <a:off x="15770" y="5177342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F7D64B5-F666-6B1F-0253-9C69DE276205}"/>
              </a:ext>
            </a:extLst>
          </p:cNvPr>
          <p:cNvSpPr/>
          <p:nvPr/>
        </p:nvSpPr>
        <p:spPr>
          <a:xfrm>
            <a:off x="21020" y="648044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EDF56B3-8AA5-056D-BC26-1043FCAB4CF1}"/>
              </a:ext>
            </a:extLst>
          </p:cNvPr>
          <p:cNvSpPr/>
          <p:nvPr/>
        </p:nvSpPr>
        <p:spPr>
          <a:xfrm>
            <a:off x="15770" y="1194581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S2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9E284F9-7349-DEB5-BD28-44641C53C5D4}"/>
              </a:ext>
            </a:extLst>
          </p:cNvPr>
          <p:cNvSpPr/>
          <p:nvPr/>
        </p:nvSpPr>
        <p:spPr>
          <a:xfrm>
            <a:off x="2108636" y="21020"/>
            <a:ext cx="10062343" cy="6815960"/>
          </a:xfrm>
          <a:prstGeom prst="roundRect">
            <a:avLst>
              <a:gd name="adj" fmla="val 34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Zone d’affichage des pages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BC8DB48-CE38-58E0-FB6D-CD7FBF713D20}"/>
              </a:ext>
            </a:extLst>
          </p:cNvPr>
          <p:cNvSpPr txBox="1"/>
          <p:nvPr/>
        </p:nvSpPr>
        <p:spPr>
          <a:xfrm>
            <a:off x="538013" y="722406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Section 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6685113-9906-C969-7861-6566E036A27A}"/>
              </a:ext>
            </a:extLst>
          </p:cNvPr>
          <p:cNvSpPr txBox="1"/>
          <p:nvPr/>
        </p:nvSpPr>
        <p:spPr>
          <a:xfrm>
            <a:off x="538013" y="1272673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Section 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51768A9-DF03-41A4-6BAD-BCEE5C7EF950}"/>
              </a:ext>
            </a:extLst>
          </p:cNvPr>
          <p:cNvSpPr txBox="1"/>
          <p:nvPr/>
        </p:nvSpPr>
        <p:spPr>
          <a:xfrm>
            <a:off x="707588" y="1720097"/>
            <a:ext cx="97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Page 2.1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94B8E89-64C5-39E6-AC51-45BD80CD7B20}"/>
              </a:ext>
            </a:extLst>
          </p:cNvPr>
          <p:cNvSpPr txBox="1"/>
          <p:nvPr/>
        </p:nvSpPr>
        <p:spPr>
          <a:xfrm>
            <a:off x="719405" y="2081968"/>
            <a:ext cx="987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u="sng" dirty="0"/>
              <a:t>Page 2.2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9F61F74-1952-7BED-E8C0-D3839A40FA38}"/>
              </a:ext>
            </a:extLst>
          </p:cNvPr>
          <p:cNvSpPr txBox="1"/>
          <p:nvPr/>
        </p:nvSpPr>
        <p:spPr>
          <a:xfrm>
            <a:off x="546537" y="5255434"/>
            <a:ext cx="125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Paramètres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7E5A14C-130F-F435-5B62-978D3CF5AFB3}"/>
              </a:ext>
            </a:extLst>
          </p:cNvPr>
          <p:cNvSpPr txBox="1"/>
          <p:nvPr/>
        </p:nvSpPr>
        <p:spPr>
          <a:xfrm>
            <a:off x="538013" y="6373800"/>
            <a:ext cx="115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Utilisateur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8B40FD0-BC19-1D99-F5C4-2095977C7F6A}"/>
              </a:ext>
            </a:extLst>
          </p:cNvPr>
          <p:cNvSpPr txBox="1"/>
          <p:nvPr/>
        </p:nvSpPr>
        <p:spPr>
          <a:xfrm>
            <a:off x="15770" y="0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dirty="0"/>
              <a:t>BRAND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E34C9A9-994E-57B7-B561-0E6219AF0D37}"/>
              </a:ext>
            </a:extLst>
          </p:cNvPr>
          <p:cNvSpPr txBox="1"/>
          <p:nvPr/>
        </p:nvSpPr>
        <p:spPr>
          <a:xfrm>
            <a:off x="658153" y="5564358"/>
            <a:ext cx="1462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Configuration</a:t>
            </a:r>
          </a:p>
          <a:p>
            <a:r>
              <a:rPr lang="fr-FR" dirty="0"/>
              <a:t>Préférences</a:t>
            </a:r>
          </a:p>
        </p:txBody>
      </p:sp>
    </p:spTree>
    <p:extLst>
      <p:ext uri="{BB962C8B-B14F-4D97-AF65-F5344CB8AC3E}">
        <p14:creationId xmlns:p14="http://schemas.microsoft.com/office/powerpoint/2010/main" val="2748109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FD07B-B42A-F0FB-C869-DE8AF8089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ACFAEA8-A376-D6AC-0A6E-2FAC4EDF3828}"/>
              </a:ext>
            </a:extLst>
          </p:cNvPr>
          <p:cNvSpPr/>
          <p:nvPr/>
        </p:nvSpPr>
        <p:spPr>
          <a:xfrm>
            <a:off x="21020" y="6311463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C726FE2-3716-6DB1-D817-C808DECF8372}"/>
              </a:ext>
            </a:extLst>
          </p:cNvPr>
          <p:cNvSpPr/>
          <p:nvPr/>
        </p:nvSpPr>
        <p:spPr>
          <a:xfrm>
            <a:off x="15770" y="5749172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008F1E1-3FAC-832E-9412-CB044BC44343}"/>
              </a:ext>
            </a:extLst>
          </p:cNvPr>
          <p:cNvSpPr/>
          <p:nvPr/>
        </p:nvSpPr>
        <p:spPr>
          <a:xfrm>
            <a:off x="21020" y="648044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CFD466F-967F-5927-6520-15CD26C4089E}"/>
              </a:ext>
            </a:extLst>
          </p:cNvPr>
          <p:cNvSpPr/>
          <p:nvPr/>
        </p:nvSpPr>
        <p:spPr>
          <a:xfrm>
            <a:off x="15770" y="1194581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S2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997A2C1-3568-F482-3949-5FAADD5761B1}"/>
              </a:ext>
            </a:extLst>
          </p:cNvPr>
          <p:cNvSpPr/>
          <p:nvPr/>
        </p:nvSpPr>
        <p:spPr>
          <a:xfrm>
            <a:off x="665308" y="21020"/>
            <a:ext cx="11505672" cy="6815960"/>
          </a:xfrm>
          <a:prstGeom prst="roundRect">
            <a:avLst>
              <a:gd name="adj" fmla="val 34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Zone d’affichage des pages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850B8F4-0A46-C97F-4303-C36F2D72EB83}"/>
              </a:ext>
            </a:extLst>
          </p:cNvPr>
          <p:cNvSpPr txBox="1"/>
          <p:nvPr/>
        </p:nvSpPr>
        <p:spPr>
          <a:xfrm>
            <a:off x="15770" y="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i="1" dirty="0"/>
              <a:t>BRAND</a:t>
            </a:r>
          </a:p>
          <a:p>
            <a:r>
              <a:rPr lang="fr-FR" sz="1200" b="1" i="1" dirty="0"/>
              <a:t>SMALL</a:t>
            </a:r>
          </a:p>
        </p:txBody>
      </p:sp>
    </p:spTree>
    <p:extLst>
      <p:ext uri="{BB962C8B-B14F-4D97-AF65-F5344CB8AC3E}">
        <p14:creationId xmlns:p14="http://schemas.microsoft.com/office/powerpoint/2010/main" val="47265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F69ED26-01C4-5E0F-93DA-3D32C772F69C}"/>
              </a:ext>
            </a:extLst>
          </p:cNvPr>
          <p:cNvSpPr/>
          <p:nvPr/>
        </p:nvSpPr>
        <p:spPr>
          <a:xfrm>
            <a:off x="85415" y="584301"/>
            <a:ext cx="5284941" cy="6199935"/>
          </a:xfrm>
          <a:prstGeom prst="roundRect">
            <a:avLst>
              <a:gd name="adj" fmla="val 34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Zone d’affichage des pages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2185B45-6EB0-198F-0152-15D5A81DC190}"/>
              </a:ext>
            </a:extLst>
          </p:cNvPr>
          <p:cNvSpPr txBox="1"/>
          <p:nvPr/>
        </p:nvSpPr>
        <p:spPr>
          <a:xfrm>
            <a:off x="546993" y="262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dirty="0"/>
              <a:t>BRAND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713459C-45F1-E111-76C7-EFC5EDF8E6F5}"/>
              </a:ext>
            </a:extLst>
          </p:cNvPr>
          <p:cNvCxnSpPr>
            <a:cxnSpLocks/>
          </p:cNvCxnSpPr>
          <p:nvPr/>
        </p:nvCxnSpPr>
        <p:spPr>
          <a:xfrm>
            <a:off x="191588" y="160667"/>
            <a:ext cx="2873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76878567-D72D-94EE-2C96-7C08195D5B3E}"/>
              </a:ext>
            </a:extLst>
          </p:cNvPr>
          <p:cNvCxnSpPr>
            <a:cxnSpLocks/>
          </p:cNvCxnSpPr>
          <p:nvPr/>
        </p:nvCxnSpPr>
        <p:spPr>
          <a:xfrm>
            <a:off x="191588" y="257068"/>
            <a:ext cx="2873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4897360A-8FFF-6535-B331-9F776087DED7}"/>
              </a:ext>
            </a:extLst>
          </p:cNvPr>
          <p:cNvCxnSpPr>
            <a:cxnSpLocks/>
          </p:cNvCxnSpPr>
          <p:nvPr/>
        </p:nvCxnSpPr>
        <p:spPr>
          <a:xfrm>
            <a:off x="191588" y="357052"/>
            <a:ext cx="2873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84595AB1-A260-5E17-F7D1-4E4A578B3FA3}"/>
              </a:ext>
            </a:extLst>
          </p:cNvPr>
          <p:cNvSpPr/>
          <p:nvPr/>
        </p:nvSpPr>
        <p:spPr>
          <a:xfrm>
            <a:off x="4773680" y="17698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7C1685D-A5D3-7D27-8CDE-D06D335759F3}"/>
              </a:ext>
            </a:extLst>
          </p:cNvPr>
          <p:cNvSpPr/>
          <p:nvPr/>
        </p:nvSpPr>
        <p:spPr>
          <a:xfrm>
            <a:off x="4195490" y="26236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7DF3A993-B9E5-E7E7-A2E7-F94B729E87B2}"/>
              </a:ext>
            </a:extLst>
          </p:cNvPr>
          <p:cNvSpPr/>
          <p:nvPr/>
        </p:nvSpPr>
        <p:spPr>
          <a:xfrm>
            <a:off x="6715471" y="605321"/>
            <a:ext cx="5284941" cy="6199935"/>
          </a:xfrm>
          <a:prstGeom prst="roundRect">
            <a:avLst>
              <a:gd name="adj" fmla="val 34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Zone d’affichage des pages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5FF7EB9-2055-B10F-9F39-2D70ADF54B0B}"/>
              </a:ext>
            </a:extLst>
          </p:cNvPr>
          <p:cNvSpPr txBox="1"/>
          <p:nvPr/>
        </p:nvSpPr>
        <p:spPr>
          <a:xfrm>
            <a:off x="7177049" y="4725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dirty="0"/>
              <a:t>BRAND</a:t>
            </a:r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A143A77-40EA-5EEB-64C5-998BCE931BE9}"/>
              </a:ext>
            </a:extLst>
          </p:cNvPr>
          <p:cNvCxnSpPr>
            <a:cxnSpLocks/>
          </p:cNvCxnSpPr>
          <p:nvPr/>
        </p:nvCxnSpPr>
        <p:spPr>
          <a:xfrm>
            <a:off x="6821644" y="181687"/>
            <a:ext cx="2873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57830A5A-BD63-6B46-7704-7D69CA49FAFC}"/>
              </a:ext>
            </a:extLst>
          </p:cNvPr>
          <p:cNvCxnSpPr>
            <a:cxnSpLocks/>
          </p:cNvCxnSpPr>
          <p:nvPr/>
        </p:nvCxnSpPr>
        <p:spPr>
          <a:xfrm>
            <a:off x="6821644" y="278088"/>
            <a:ext cx="2873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174C593B-1FC1-1684-FE9A-62BBFDDDDC42}"/>
              </a:ext>
            </a:extLst>
          </p:cNvPr>
          <p:cNvCxnSpPr>
            <a:cxnSpLocks/>
          </p:cNvCxnSpPr>
          <p:nvPr/>
        </p:nvCxnSpPr>
        <p:spPr>
          <a:xfrm>
            <a:off x="6821644" y="378072"/>
            <a:ext cx="28738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3329FF74-F9A5-1C04-5725-A98D1A9ECFEA}"/>
              </a:ext>
            </a:extLst>
          </p:cNvPr>
          <p:cNvSpPr/>
          <p:nvPr/>
        </p:nvSpPr>
        <p:spPr>
          <a:xfrm>
            <a:off x="11403736" y="38718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6E19593-E1AE-D8F2-54C7-C7C70284AA87}"/>
              </a:ext>
            </a:extLst>
          </p:cNvPr>
          <p:cNvSpPr/>
          <p:nvPr/>
        </p:nvSpPr>
        <p:spPr>
          <a:xfrm>
            <a:off x="10825546" y="47256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D82D35-F634-D340-D3C4-1F92DF254A86}"/>
              </a:ext>
            </a:extLst>
          </p:cNvPr>
          <p:cNvSpPr/>
          <p:nvPr/>
        </p:nvSpPr>
        <p:spPr>
          <a:xfrm>
            <a:off x="6715471" y="487902"/>
            <a:ext cx="2946322" cy="1888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57334E5-9F2F-8B6E-8C05-EF5E7D755412}"/>
              </a:ext>
            </a:extLst>
          </p:cNvPr>
          <p:cNvSpPr/>
          <p:nvPr/>
        </p:nvSpPr>
        <p:spPr>
          <a:xfrm>
            <a:off x="6791880" y="572773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FB036A0-CF90-67B6-9C8C-9070AEBA9171}"/>
              </a:ext>
            </a:extLst>
          </p:cNvPr>
          <p:cNvSpPr/>
          <p:nvPr/>
        </p:nvSpPr>
        <p:spPr>
          <a:xfrm>
            <a:off x="6786630" y="1119310"/>
            <a:ext cx="525517" cy="5255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S2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8317A58-305E-6614-CADE-C39348BC158D}"/>
              </a:ext>
            </a:extLst>
          </p:cNvPr>
          <p:cNvSpPr txBox="1"/>
          <p:nvPr/>
        </p:nvSpPr>
        <p:spPr>
          <a:xfrm>
            <a:off x="7317397" y="64713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Section 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963442A-5ACD-CB42-9FD6-34A639C56A7E}"/>
              </a:ext>
            </a:extLst>
          </p:cNvPr>
          <p:cNvSpPr txBox="1"/>
          <p:nvPr/>
        </p:nvSpPr>
        <p:spPr>
          <a:xfrm>
            <a:off x="7308873" y="1197402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Section 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630115E-D613-411E-B865-BB513802EE26}"/>
              </a:ext>
            </a:extLst>
          </p:cNvPr>
          <p:cNvSpPr txBox="1"/>
          <p:nvPr/>
        </p:nvSpPr>
        <p:spPr>
          <a:xfrm>
            <a:off x="7533533" y="1644826"/>
            <a:ext cx="97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Page 2.1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67C6930-EE4F-9B90-7302-D1E549E4FEC3}"/>
              </a:ext>
            </a:extLst>
          </p:cNvPr>
          <p:cNvSpPr txBox="1"/>
          <p:nvPr/>
        </p:nvSpPr>
        <p:spPr>
          <a:xfrm>
            <a:off x="7545350" y="2006697"/>
            <a:ext cx="987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u="sng" dirty="0"/>
              <a:t>Page 2.2</a:t>
            </a:r>
          </a:p>
        </p:txBody>
      </p:sp>
    </p:spTree>
    <p:extLst>
      <p:ext uri="{BB962C8B-B14F-4D97-AF65-F5344CB8AC3E}">
        <p14:creationId xmlns:p14="http://schemas.microsoft.com/office/powerpoint/2010/main" val="10484315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55</Words>
  <Application>Microsoft Macintosh PowerPoint</Application>
  <PresentationFormat>Grand écran</PresentationFormat>
  <Paragraphs>35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Matthieu Aubry</dc:creator>
  <cp:lastModifiedBy>Matthieu Aubry</cp:lastModifiedBy>
  <cp:revision>2</cp:revision>
  <dcterms:created xsi:type="dcterms:W3CDTF">2026-07-25T13:43:04Z</dcterms:created>
  <dcterms:modified xsi:type="dcterms:W3CDTF">2026-07-25T14:06:58Z</dcterms:modified>
</cp:coreProperties>
</file>